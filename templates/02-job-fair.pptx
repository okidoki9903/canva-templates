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2E9E4F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0" b="1">
                <a:solidFill>
                  <a:srgbClr val="2E9E4F"/>
                </a:solidFill>
                <a:latin typeface="Montserrat"/>
              </a:rPr>
              <a:t>JOB</a:t>
            </a:r>
          </a:p>
          <a:p>
            <a:pPr algn="l">
              <a:lnSpc>
                <a:spcPct val="95000"/>
              </a:lnSpc>
            </a:pPr>
            <a:r>
              <a:rPr sz="15000" b="1">
                <a:solidFill>
                  <a:srgbClr val="2E9E4F"/>
                </a:solidFill>
                <a:latin typeface="Montserrat"/>
              </a:rPr>
              <a:t>FAIR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Connecting talent with opportunity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2E9E4F"/>
                </a:solidFill>
                <a:latin typeface="Montserrat"/>
              </a:rPr>
              <a:t>JOB FAIR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2E9E4F"/>
                </a:solidFill>
                <a:latin typeface="Montserrat"/>
              </a:rPr>
              <a:t>CAREER OPPORTUNITIES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your headline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Recruiters, candidates, on-the-spot interviews…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2E9E4F"/>
                </a:solidFill>
                <a:latin typeface="Montserrat"/>
              </a:rPr>
              <a:t>JOB FAIR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2E9E4F"/>
                </a:solidFill>
                <a:latin typeface="Montserrat"/>
              </a:rPr>
              <a:t>HIRING PARTNER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Company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Now hiring: Role 1 · Role 2 · Role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2E9E4F"/>
                </a:solidFill>
                <a:latin typeface="Montserrat"/>
              </a:rPr>
              <a:t>JOB FAIR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2E9E4F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testimonial from a candidate or recruiter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2E9E4F"/>
                </a:solidFill>
                <a:latin typeface="Montserrat"/>
              </a:rPr>
              <a:t>— NAME,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2E9E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YOUR NEXT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OPPORTUNITY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STARTS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2E9E4F"/>
                </a:solidFill>
                <a:latin typeface="Montserrat"/>
              </a:rPr>
              <a:t>Bring your CV. Meet the employers.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2E9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2E9E4F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Job Fair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