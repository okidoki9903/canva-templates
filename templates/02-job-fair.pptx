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2-job-fair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JOB FAIR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NOW HIRING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your headline</a:t>
            </a:r>
            <a:r>
              <a:rPr sz="495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JOB FAIR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1FA34A"/>
                </a:solidFill>
                <a:latin typeface="Montserrat"/>
              </a:rPr>
              <a:t>HIRING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Company Name</a:t>
            </a:r>
            <a:r>
              <a:rPr sz="600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Roles: Role 1 · Role 2 · Role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JOB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Bring your CV. Meet the employers</a:t>
            </a:r>
            <a:r>
              <a:rPr sz="690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JOB FAIR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2-job-fair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Job Fair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