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-day-1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OPENING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DAY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2542D"/>
                </a:solidFill>
                <a:latin typeface="Montserrat"/>
              </a:rPr>
              <a:t>ON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Speaker Name</a:t>
            </a:r>
            <a:r>
              <a:rPr sz="60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Title,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the moment of the day</a:t>
            </a:r>
            <a:r>
              <a:rPr sz="69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DAY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-day-1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Day 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