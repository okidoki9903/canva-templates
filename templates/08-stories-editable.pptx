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334500"/>
            <a:ext cx="10287000" cy="895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99060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b="1" spc="200">
                <a:solidFill>
                  <a:srgbClr val="0C0C0E"/>
                </a:solidFill>
                <a:latin typeface="Montserrat"/>
              </a:rPr>
              <a:t>FOA 2026</a:t>
            </a:r>
            <a:r>
              <a:rPr sz="2550" b="1" spc="200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0572750"/>
            <a:ext cx="85725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WELCOME</a:t>
            </a:r>
          </a:p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TO FOA 2026</a:t>
            </a:r>
            <a:r>
              <a:rPr sz="9000" b="1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13182600"/>
            <a:ext cx="2286000" cy="133350"/>
          </a:xfrm>
          <a:prstGeom prst="rect">
            <a:avLst/>
          </a:prstGeom>
          <a:solidFill>
            <a:srgbClr val="F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13658850"/>
            <a:ext cx="857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16th African Economic Summit</a:t>
            </a:r>
          </a:p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Metro Toronto Convention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7240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0">
                <a:solidFill>
                  <a:srgbClr val="5C5C62"/>
                </a:solidFill>
                <a:latin typeface="Montserrat"/>
              </a:rPr>
              <a:t>#FOA2026  ·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648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334500"/>
            <a:ext cx="10287000" cy="895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99060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b="1" spc="200">
                <a:solidFill>
                  <a:srgbClr val="0C0C0E"/>
                </a:solidFill>
                <a:latin typeface="Montserrat"/>
              </a:rPr>
              <a:t>FOA 2026</a:t>
            </a:r>
            <a:r>
              <a:rPr sz="2550" b="1" spc="200">
                <a:solidFill>
                  <a:srgbClr val="1648C4"/>
                </a:solidFill>
                <a:latin typeface="Montserra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0572750"/>
            <a:ext cx="85725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7200" b="1">
                <a:solidFill>
                  <a:srgbClr val="0C0C0E"/>
                </a:solidFill>
                <a:latin typeface="Montserrat"/>
              </a:rPr>
              <a:t>REGISTRATION</a:t>
            </a:r>
          </a:p>
          <a:p>
            <a:pPr algn="l">
              <a:lnSpc>
                <a:spcPct val="92000"/>
              </a:lnSpc>
            </a:pPr>
            <a:r>
              <a:rPr sz="7200" b="1">
                <a:solidFill>
                  <a:srgbClr val="0C0C0E"/>
                </a:solidFill>
                <a:latin typeface="Montserrat"/>
              </a:rPr>
              <a:t>IS OPEN</a:t>
            </a:r>
            <a:r>
              <a:rPr sz="7200" b="1">
                <a:solidFill>
                  <a:srgbClr val="1648C4"/>
                </a:solidFill>
                <a:latin typeface="Montserrat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12715875"/>
            <a:ext cx="2286000" cy="133350"/>
          </a:xfrm>
          <a:prstGeom prst="rect">
            <a:avLst/>
          </a:prstGeom>
          <a:solidFill>
            <a:srgbClr val="164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13192125"/>
            <a:ext cx="857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Grab your badge</a:t>
            </a:r>
          </a:p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and come on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7240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0">
                <a:solidFill>
                  <a:srgbClr val="5C5C62"/>
                </a:solidFill>
                <a:latin typeface="Montserrat"/>
              </a:rPr>
              <a:t>#FOA2026  ·  @friendsofafricafoa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7BA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334500"/>
            <a:ext cx="10287000" cy="895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99060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b="1" spc="200">
                <a:solidFill>
                  <a:srgbClr val="0C0C0E"/>
                </a:solidFill>
                <a:latin typeface="Montserrat"/>
              </a:rPr>
              <a:t>FOA 2026</a:t>
            </a:r>
            <a:r>
              <a:rPr sz="2550" b="1" spc="200">
                <a:solidFill>
                  <a:srgbClr val="F7BA00"/>
                </a:solidFill>
                <a:latin typeface="Montserra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0572750"/>
            <a:ext cx="85725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WE'RE</a:t>
            </a:r>
          </a:p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WAITING</a:t>
            </a:r>
          </a:p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FOR YOU</a:t>
            </a:r>
            <a:r>
              <a:rPr sz="9000" b="1">
                <a:solidFill>
                  <a:srgbClr val="F7BA00"/>
                </a:solidFill>
                <a:latin typeface="Montserrat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14354175"/>
            <a:ext cx="2286000" cy="133350"/>
          </a:xfrm>
          <a:prstGeom prst="rect">
            <a:avLst/>
          </a:prstGeom>
          <a:solidFill>
            <a:srgbClr val="F7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14830425"/>
            <a:ext cx="857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Metro Toronto Convention Centre</a:t>
            </a:r>
          </a:p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7240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0">
                <a:solidFill>
                  <a:srgbClr val="5C5C62"/>
                </a:solidFill>
                <a:latin typeface="Montserrat"/>
              </a:rPr>
              <a:t>#FOA2026  ·  @friendsofafricafoa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648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334500"/>
            <a:ext cx="10287000" cy="895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99060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b="1" spc="200">
                <a:solidFill>
                  <a:srgbClr val="0C0C0E"/>
                </a:solidFill>
                <a:latin typeface="Montserrat"/>
              </a:rPr>
              <a:t>FOA 2026</a:t>
            </a:r>
            <a:r>
              <a:rPr sz="2550" b="1" spc="200">
                <a:solidFill>
                  <a:srgbClr val="1648C4"/>
                </a:solidFill>
                <a:latin typeface="Montserra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0572750"/>
            <a:ext cx="85725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THE PANEL</a:t>
            </a:r>
          </a:p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HAS STARTED</a:t>
            </a:r>
            <a:r>
              <a:rPr sz="9000" b="1">
                <a:solidFill>
                  <a:srgbClr val="1648C4"/>
                </a:solidFill>
                <a:latin typeface="Montserrat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13182600"/>
            <a:ext cx="2286000" cy="133350"/>
          </a:xfrm>
          <a:prstGeom prst="rect">
            <a:avLst/>
          </a:prstGeom>
          <a:solidFill>
            <a:srgbClr val="164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13658850"/>
            <a:ext cx="857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Add the panel topic here</a:t>
            </a:r>
          </a:p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Join us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7240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0">
                <a:solidFill>
                  <a:srgbClr val="5C5C62"/>
                </a:solidFill>
                <a:latin typeface="Montserrat"/>
              </a:rPr>
              <a:t>#FOA2026  ·  @friendsofafricafoa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542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334500"/>
            <a:ext cx="10287000" cy="895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99060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b="1" spc="200">
                <a:solidFill>
                  <a:srgbClr val="0C0C0E"/>
                </a:solidFill>
                <a:latin typeface="Montserrat"/>
              </a:rPr>
              <a:t>FOA 2026</a:t>
            </a:r>
            <a:r>
              <a:rPr sz="2550" b="1" spc="200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0572750"/>
            <a:ext cx="85725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COME VISIT</a:t>
            </a:r>
          </a:p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THE MARKET</a:t>
            </a:r>
          </a:p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PLACE</a:t>
            </a:r>
            <a:r>
              <a:rPr sz="9000" b="1">
                <a:solidFill>
                  <a:srgbClr val="F2542D"/>
                </a:solidFill>
                <a:latin typeface="Montserrat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14354175"/>
            <a:ext cx="2286000" cy="133350"/>
          </a:xfrm>
          <a:prstGeom prst="rect">
            <a:avLst/>
          </a:prstGeom>
          <a:solidFill>
            <a:srgbClr val="F25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14830425"/>
            <a:ext cx="857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Local brands</a:t>
            </a:r>
          </a:p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Made in Africa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7240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0">
                <a:solidFill>
                  <a:srgbClr val="5C5C62"/>
                </a:solidFill>
                <a:latin typeface="Montserrat"/>
              </a:rPr>
              <a:t>#FOA2026  ·  @friendsofafricafoa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FA34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334500"/>
            <a:ext cx="10287000" cy="895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99060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b="1" spc="200">
                <a:solidFill>
                  <a:srgbClr val="0C0C0E"/>
                </a:solidFill>
                <a:latin typeface="Montserrat"/>
              </a:rPr>
              <a:t>FOA 2026</a:t>
            </a:r>
            <a:r>
              <a:rPr sz="2550" b="1" spc="200">
                <a:solidFill>
                  <a:srgbClr val="1FA34A"/>
                </a:solidFill>
                <a:latin typeface="Montserra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0572750"/>
            <a:ext cx="85725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7200" b="1">
                <a:solidFill>
                  <a:srgbClr val="0C0C0E"/>
                </a:solidFill>
                <a:latin typeface="Montserrat"/>
              </a:rPr>
              <a:t>THE JOB FAIR</a:t>
            </a:r>
          </a:p>
          <a:p>
            <a:pPr algn="l">
              <a:lnSpc>
                <a:spcPct val="92000"/>
              </a:lnSpc>
            </a:pPr>
            <a:r>
              <a:rPr sz="7200" b="1">
                <a:solidFill>
                  <a:srgbClr val="0C0C0E"/>
                </a:solidFill>
                <a:latin typeface="Montserrat"/>
              </a:rPr>
              <a:t>IS OPEN</a:t>
            </a:r>
            <a:r>
              <a:rPr sz="7200" b="1">
                <a:solidFill>
                  <a:srgbClr val="1FA34A"/>
                </a:solidFill>
                <a:latin typeface="Montserrat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12715875"/>
            <a:ext cx="2286000" cy="133350"/>
          </a:xfrm>
          <a:prstGeom prst="rect">
            <a:avLst/>
          </a:prstGeom>
          <a:solidFill>
            <a:srgbClr val="1F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13192125"/>
            <a:ext cx="857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Bring your CV</a:t>
            </a:r>
          </a:p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Meet the employers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7240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0">
                <a:solidFill>
                  <a:srgbClr val="5C5C62"/>
                </a:solidFill>
                <a:latin typeface="Montserrat"/>
              </a:rPr>
              <a:t>#FOA2026  ·  @friendsofafricafoa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7BA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334500"/>
            <a:ext cx="10287000" cy="895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99060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b="1" spc="200">
                <a:solidFill>
                  <a:srgbClr val="0C0C0E"/>
                </a:solidFill>
                <a:latin typeface="Montserrat"/>
              </a:rPr>
              <a:t>FOA 2026</a:t>
            </a:r>
            <a:r>
              <a:rPr sz="2550" b="1" spc="200">
                <a:solidFill>
                  <a:srgbClr val="F7BA00"/>
                </a:solidFill>
                <a:latin typeface="Montserra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0572750"/>
            <a:ext cx="85725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STARTING</a:t>
            </a:r>
          </a:p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SOON</a:t>
            </a:r>
            <a:r>
              <a:rPr sz="9000" b="1">
                <a:solidFill>
                  <a:srgbClr val="F7BA00"/>
                </a:solidFill>
                <a:latin typeface="Montserrat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13182600"/>
            <a:ext cx="2286000" cy="133350"/>
          </a:xfrm>
          <a:prstGeom prst="rect">
            <a:avLst/>
          </a:prstGeom>
          <a:solidFill>
            <a:srgbClr val="F7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13658850"/>
            <a:ext cx="857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Take your seat</a:t>
            </a:r>
          </a:p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We begin in a few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7240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0">
                <a:solidFill>
                  <a:srgbClr val="5C5C62"/>
                </a:solidFill>
                <a:latin typeface="Montserrat"/>
              </a:rPr>
              <a:t>#FOA2026  ·  @friendsofafricafoa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1648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9334500"/>
            <a:ext cx="10287000" cy="895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99060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b="1" spc="200">
                <a:solidFill>
                  <a:srgbClr val="0C0C0E"/>
                </a:solidFill>
                <a:latin typeface="Montserrat"/>
              </a:rPr>
              <a:t>FOA 2026</a:t>
            </a:r>
            <a:r>
              <a:rPr sz="2550" b="1" spc="200">
                <a:solidFill>
                  <a:srgbClr val="1648C4"/>
                </a:solidFill>
                <a:latin typeface="Montserra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0572750"/>
            <a:ext cx="85725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SEE YOU</a:t>
            </a:r>
          </a:p>
          <a:p>
            <a:pPr algn="l">
              <a:lnSpc>
                <a:spcPct val="92000"/>
              </a:lnSpc>
            </a:pPr>
            <a:r>
              <a:rPr sz="9000" b="1">
                <a:solidFill>
                  <a:srgbClr val="0C0C0E"/>
                </a:solidFill>
                <a:latin typeface="Montserrat"/>
              </a:rPr>
              <a:t>TOMORROW</a:t>
            </a:r>
            <a:r>
              <a:rPr sz="9000" b="1">
                <a:solidFill>
                  <a:srgbClr val="1648C4"/>
                </a:solidFill>
                <a:latin typeface="Montserrat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13182600"/>
            <a:ext cx="2286000" cy="133350"/>
          </a:xfrm>
          <a:prstGeom prst="rect">
            <a:avLst/>
          </a:prstGeom>
          <a:solidFill>
            <a:srgbClr val="164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13658850"/>
            <a:ext cx="857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Metro Toronto Convention Centre</a:t>
            </a:r>
          </a:p>
          <a:p>
            <a:pPr algn="l"/>
            <a:r>
              <a:rPr sz="3300" b="0">
                <a:solidFill>
                  <a:srgbClr val="0C0C0E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7240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0">
                <a:solidFill>
                  <a:srgbClr val="5C5C62"/>
                </a:solidFill>
                <a:latin typeface="Montserrat"/>
              </a:rPr>
              <a:t>#FOA2026  ·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