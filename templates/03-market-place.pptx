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F08A24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500" b="1">
                <a:solidFill>
                  <a:srgbClr val="F08A24"/>
                </a:solidFill>
                <a:latin typeface="Montserrat"/>
              </a:rPr>
              <a:t>MARKET</a:t>
            </a:r>
          </a:p>
          <a:p>
            <a:pPr algn="l">
              <a:lnSpc>
                <a:spcPct val="95000"/>
              </a:lnSpc>
            </a:pPr>
            <a:r>
              <a:rPr sz="13500" b="1">
                <a:solidFill>
                  <a:srgbClr val="F08A24"/>
                </a:solidFill>
                <a:latin typeface="Montserrat"/>
              </a:rPr>
              <a:t>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Showcase your business at FOA 2026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F08A24"/>
                </a:solidFill>
                <a:latin typeface="Montserrat"/>
              </a:rPr>
              <a:t>MARKET PLACE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F08A24"/>
                </a:solidFill>
                <a:latin typeface="Montserrat"/>
              </a:rPr>
              <a:t>MADE BY AFRICA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your headline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Products, exhibitors &amp; entrepreneurs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F08A24"/>
                </a:solidFill>
                <a:latin typeface="Montserrat"/>
              </a:rPr>
              <a:t>MARKET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F08A24"/>
                </a:solidFill>
                <a:latin typeface="Montserrat"/>
              </a:rPr>
              <a:t>EXHIBITOR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Business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What they offer  ·  Booth #00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F08A24"/>
                </a:solidFill>
                <a:latin typeface="Montserrat"/>
              </a:rPr>
              <a:t>MARKET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F08A24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quote from an exhibitor or visitor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08A24"/>
                </a:solidFill>
                <a:latin typeface="Montserrat"/>
              </a:rPr>
              <a:t>— NAME, BUSINESS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SHOP.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CONNECT.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GROW.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F08A24"/>
                </a:solidFill>
                <a:latin typeface="Montserrat"/>
              </a:rPr>
              <a:t>Visit the Market Place at AES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F08A24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Market Place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