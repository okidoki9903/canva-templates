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3-market-place-int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28C1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FOA 2026  ·  MARKET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3716000"/>
            <a:ext cx="3429000" cy="609600"/>
          </a:xfrm>
          <a:prstGeom prst="rect">
            <a:avLst/>
          </a:prstGeom>
          <a:solidFill>
            <a:srgbClr val="0C0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13849350"/>
            <a:ext cx="304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MADE IN AFRICA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4325600"/>
            <a:ext cx="9144000" cy="161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573250"/>
            <a:ext cx="85725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950" b="1">
                <a:solidFill>
                  <a:srgbClr val="0C0C0E"/>
                </a:solidFill>
                <a:latin typeface="Montserrat"/>
              </a:rPr>
              <a:t>Add your headline</a:t>
            </a:r>
            <a:r>
              <a:rPr sz="4950" b="1">
                <a:solidFill>
                  <a:srgbClr val="F28C1E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28C1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FOA 2026  ·  MARKET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2668250"/>
            <a:ext cx="9144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7750" y="13144500"/>
            <a:ext cx="819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spc="400">
                <a:solidFill>
                  <a:srgbClr val="F28C1E"/>
                </a:solidFill>
                <a:latin typeface="Montserrat"/>
              </a:rPr>
              <a:t>EXHIBITOR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13668375"/>
            <a:ext cx="81915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0C0C0E"/>
                </a:solidFill>
                <a:latin typeface="Montserrat"/>
              </a:rPr>
              <a:t>Business Name</a:t>
            </a:r>
            <a:r>
              <a:rPr sz="6000" b="1">
                <a:solidFill>
                  <a:srgbClr val="F28C1E"/>
                </a:solidFill>
                <a:latin typeface="Montserra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15525750"/>
            <a:ext cx="8191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5C5C62"/>
                </a:solidFill>
                <a:latin typeface="Montserrat"/>
              </a:rPr>
              <a:t>What they sell · Booth #00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28C1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10477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0C0C0E"/>
                </a:solidFill>
                <a:latin typeface="Montserrat"/>
              </a:rPr>
              <a:t>FOA 2026  ·  MARKET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809750"/>
            <a:ext cx="89535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900" b="1">
                <a:solidFill>
                  <a:srgbClr val="0C0C0E"/>
                </a:solidFill>
                <a:latin typeface="Montserrat"/>
              </a:rPr>
              <a:t>Shop local. Support African brands</a:t>
            </a:r>
            <a:r>
              <a:rPr sz="6900" b="1">
                <a:solidFill>
                  <a:srgbClr val="F28C1E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28C1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857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001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spc="300">
                <a:solidFill>
                  <a:srgbClr val="FFFFFF"/>
                </a:solidFill>
                <a:latin typeface="Montserrat"/>
              </a:rPr>
              <a:t>FOA 2026  ·  MARKET PLACE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3-market-place-outr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FOA 2026 – Market Place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