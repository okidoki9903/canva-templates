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3-market-place-in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MARKET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716000"/>
            <a:ext cx="3429000" cy="609600"/>
          </a:xfrm>
          <a:prstGeom prst="rect">
            <a:avLst/>
          </a:prstGeom>
          <a:solidFill>
            <a:srgbClr val="0C0C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" y="13849350"/>
            <a:ext cx="3048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MADE IN AFRICA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25600"/>
            <a:ext cx="9144000" cy="1619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573250"/>
            <a:ext cx="857250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950" b="1">
                <a:solidFill>
                  <a:srgbClr val="0C0C0E"/>
                </a:solidFill>
                <a:latin typeface="Montserrat"/>
              </a:rPr>
              <a:t>Add your headline</a:t>
            </a:r>
            <a:r>
              <a:rPr sz="495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MARKET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1500" y="12668250"/>
            <a:ext cx="9144000" cy="381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13144500"/>
            <a:ext cx="819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 spc="400">
                <a:solidFill>
                  <a:srgbClr val="F28C1E"/>
                </a:solidFill>
                <a:latin typeface="Montserrat"/>
              </a:rPr>
              <a:t>EXHIBITOR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13668375"/>
            <a:ext cx="8191500" cy="171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1">
                <a:solidFill>
                  <a:srgbClr val="0C0C0E"/>
                </a:solidFill>
                <a:latin typeface="Montserrat"/>
              </a:rPr>
              <a:t>Business Name</a:t>
            </a:r>
            <a:r>
              <a:rPr sz="600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15525750"/>
            <a:ext cx="81915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>
                <a:solidFill>
                  <a:srgbClr val="5C5C62"/>
                </a:solidFill>
                <a:latin typeface="Montserrat"/>
              </a:rPr>
              <a:t>What they sell · Booth #00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609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1047750"/>
            <a:ext cx="6667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0C0C0E"/>
                </a:solidFill>
                <a:latin typeface="Montserrat"/>
              </a:rPr>
              <a:t>AES 2026  ·  MARKET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809750"/>
            <a:ext cx="8953500" cy="381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6900" b="1">
                <a:solidFill>
                  <a:srgbClr val="0C0C0E"/>
                </a:solidFill>
                <a:latin typeface="Montserrat"/>
              </a:rPr>
              <a:t>Shop local. Support African brands</a:t>
            </a:r>
            <a:r>
              <a:rPr sz="6900" b="1">
                <a:solidFill>
                  <a:srgbClr val="F28C1E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lip-placeholder-F28C1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71500" y="857250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28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00100"/>
            <a:ext cx="7620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50" b="1" spc="300">
                <a:solidFill>
                  <a:srgbClr val="FFFFFF"/>
                </a:solidFill>
                <a:latin typeface="Montserrat"/>
              </a:rPr>
              <a:t>AES 2026  ·  MARKET PLACE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3-market-place-out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AES 2026 – Market Place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