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3-market-place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8C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MARKET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MADE IN AFRICA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your headline</a:t>
            </a:r>
            <a:r>
              <a:rPr sz="4950" b="1">
                <a:solidFill>
                  <a:srgbClr val="F28C1E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8C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MARKET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F28C1E"/>
                </a:solidFill>
                <a:latin typeface="Montserrat"/>
              </a:rPr>
              <a:t>EXHIBITOR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Business Name</a:t>
            </a:r>
            <a:r>
              <a:rPr sz="6000" b="1">
                <a:solidFill>
                  <a:srgbClr val="F28C1E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What they sell · Booth #00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8C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FOA 2026  ·  MARKET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Shop local. Support African brands</a:t>
            </a:r>
            <a:r>
              <a:rPr sz="6900" b="1">
                <a:solidFill>
                  <a:srgbClr val="F28C1E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8C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MARKET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3-market-place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FOA 2026 – Market Place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