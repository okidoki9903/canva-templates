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04-panels-intro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ip-placeholder-2F6F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71500" y="857250"/>
            <a:ext cx="209550" cy="209550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00100"/>
            <a:ext cx="7620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spc="300">
                <a:solidFill>
                  <a:srgbClr val="FFFFFF"/>
                </a:solidFill>
                <a:latin typeface="Montserrat"/>
              </a:rPr>
              <a:t>FOA 2026  ·  PANELS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13716000"/>
            <a:ext cx="3429000" cy="609600"/>
          </a:xfrm>
          <a:prstGeom prst="rect">
            <a:avLst/>
          </a:prstGeom>
          <a:solidFill>
            <a:srgbClr val="0C0C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100" y="13849350"/>
            <a:ext cx="3048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spc="300">
                <a:solidFill>
                  <a:srgbClr val="FFFFFF"/>
                </a:solidFill>
                <a:latin typeface="Montserrat"/>
              </a:rPr>
              <a:t>PANEL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" y="14325600"/>
            <a:ext cx="9144000" cy="16192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573250"/>
            <a:ext cx="8572500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950" b="1">
                <a:solidFill>
                  <a:srgbClr val="0C0C0E"/>
                </a:solidFill>
                <a:latin typeface="Montserrat"/>
              </a:rPr>
              <a:t>Add the panel topic</a:t>
            </a:r>
            <a:r>
              <a:rPr sz="4950" b="1">
                <a:solidFill>
                  <a:srgbClr val="2F6FED"/>
                </a:solidFill>
                <a:latin typeface="Montserrat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ip-placeholder-2F6F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71500" y="857250"/>
            <a:ext cx="209550" cy="209550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00100"/>
            <a:ext cx="7620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spc="300">
                <a:solidFill>
                  <a:srgbClr val="FFFFFF"/>
                </a:solidFill>
                <a:latin typeface="Montserrat"/>
              </a:rPr>
              <a:t>FOA 2026  ·  PANELS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1500" y="12668250"/>
            <a:ext cx="9144000" cy="381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7750" y="13144500"/>
            <a:ext cx="819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 spc="400">
                <a:solidFill>
                  <a:srgbClr val="2F6FED"/>
                </a:solidFill>
                <a:latin typeface="Montserrat"/>
              </a:rPr>
              <a:t>PANELISTS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7750" y="13668375"/>
            <a:ext cx="8191500" cy="171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6000" b="1">
                <a:solidFill>
                  <a:srgbClr val="0C0C0E"/>
                </a:solidFill>
                <a:latin typeface="Montserrat"/>
              </a:rPr>
              <a:t>Name · Name · Name</a:t>
            </a:r>
            <a:r>
              <a:rPr sz="6000" b="1">
                <a:solidFill>
                  <a:srgbClr val="2F6FED"/>
                </a:solidFill>
                <a:latin typeface="Montserrat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" y="15525750"/>
            <a:ext cx="8191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0">
                <a:solidFill>
                  <a:srgbClr val="5C5C62"/>
                </a:solidFill>
                <a:latin typeface="Montserrat"/>
              </a:rPr>
              <a:t>Moderated by Name, Organization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ip-placeholder-2F6F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287000" cy="609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104775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spc="300">
                <a:solidFill>
                  <a:srgbClr val="0C0C0E"/>
                </a:solidFill>
                <a:latin typeface="Montserrat"/>
              </a:rPr>
              <a:t>FOA 2026  ·  PANELS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809750"/>
            <a:ext cx="8953500" cy="381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6900" b="1">
                <a:solidFill>
                  <a:srgbClr val="0C0C0E"/>
                </a:solidFill>
                <a:latin typeface="Montserrat"/>
              </a:rPr>
              <a:t>Add a key takeaway from the panel</a:t>
            </a:r>
            <a:r>
              <a:rPr sz="6900" b="1">
                <a:solidFill>
                  <a:srgbClr val="2F6FED"/>
                </a:solidFill>
                <a:latin typeface="Montserrat"/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ip-placeholder-2F6F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71500" y="857250"/>
            <a:ext cx="209550" cy="209550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00100"/>
            <a:ext cx="7620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spc="300">
                <a:solidFill>
                  <a:srgbClr val="FFFFFF"/>
                </a:solidFill>
                <a:latin typeface="Montserrat"/>
              </a:rPr>
              <a:t>FOA 2026  ·  PANELS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04-panels-outro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FOA 2026 – Panels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