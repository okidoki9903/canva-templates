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4-panel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PANELS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PANEL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the panel topic</a:t>
            </a:r>
            <a:r>
              <a:rPr sz="4950" b="1">
                <a:solidFill>
                  <a:srgbClr val="2F6FE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PANELS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2F6FED"/>
                </a:solidFill>
                <a:latin typeface="Montserrat"/>
              </a:rPr>
              <a:t>PANELISTS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Name · Name · Name</a:t>
            </a:r>
            <a:r>
              <a:rPr sz="6000" b="1">
                <a:solidFill>
                  <a:srgbClr val="2F6FED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Moderated by Name,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AES 2026  ·  PANELS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Add a key takeaway from the panel</a:t>
            </a:r>
            <a:r>
              <a:rPr sz="6900" b="1">
                <a:solidFill>
                  <a:srgbClr val="2F6FE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PANELS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4-panel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Panels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