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3FA9F5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625" b="1">
                <a:solidFill>
                  <a:srgbClr val="3FA9F5"/>
                </a:solidFill>
                <a:latin typeface="Montserrat"/>
              </a:rPr>
              <a:t>PANEL</a:t>
            </a:r>
          </a:p>
          <a:p>
            <a:pPr algn="l">
              <a:lnSpc>
                <a:spcPct val="95000"/>
              </a:lnSpc>
            </a:pPr>
            <a:r>
              <a:rPr sz="11625" b="1">
                <a:solidFill>
                  <a:srgbClr val="3FA9F5"/>
                </a:solidFill>
                <a:latin typeface="Montserrat"/>
              </a:rPr>
              <a:t>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Panel topic goes here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3FA9F5"/>
                </a:solidFill>
                <a:latin typeface="Montserrat"/>
              </a:rPr>
              <a:t>PANEL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3FA9F5"/>
                </a:solidFill>
                <a:latin typeface="Montserrat"/>
              </a:rPr>
              <a:t>PANEL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the panel topic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Moderated by Name, Organization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3FA9F5"/>
                </a:solidFill>
                <a:latin typeface="Montserrat"/>
              </a:rPr>
              <a:t>PANEL SESSION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3FA9F5"/>
                </a:solidFill>
                <a:latin typeface="Montserrat"/>
              </a:rPr>
              <a:t>PANELISTS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Name 1  ·  Name 2  ·  Name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Moderator: Name,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3FA9F5"/>
                </a:solidFill>
                <a:latin typeface="Montserrat"/>
              </a:rPr>
              <a:t>PANEL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3FA9F5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key takeaway from the panel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3FA9F5"/>
                </a:solidFill>
                <a:latin typeface="Montserrat"/>
              </a:rPr>
              <a:t>— PANELIST NAME, ORGANIZATION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3FA9F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8953500" cy="409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725" b="1">
                <a:solidFill>
                  <a:srgbClr val="FFFFFF"/>
                </a:solidFill>
                <a:latin typeface="Montserrat"/>
              </a:rPr>
              <a:t>THE</a:t>
            </a:r>
          </a:p>
          <a:p>
            <a:pPr algn="l">
              <a:lnSpc>
                <a:spcPct val="95000"/>
              </a:lnSpc>
            </a:pPr>
            <a:r>
              <a:rPr sz="7725" b="1">
                <a:solidFill>
                  <a:srgbClr val="FFFFFF"/>
                </a:solidFill>
                <a:latin typeface="Montserrat"/>
              </a:rPr>
              <a:t>CONVERSATION</a:t>
            </a:r>
          </a:p>
          <a:p>
            <a:pPr algn="l">
              <a:lnSpc>
                <a:spcPct val="95000"/>
              </a:lnSpc>
            </a:pPr>
            <a:r>
              <a:rPr sz="7725" b="1">
                <a:solidFill>
                  <a:srgbClr val="FFFFFF"/>
                </a:solidFill>
                <a:latin typeface="Montserrat"/>
              </a:rPr>
              <a:t>CONTINUES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498526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3FA9F5"/>
                </a:solidFill>
                <a:latin typeface="Montserrat"/>
              </a:rPr>
              <a:t>Join us at the next session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3FA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3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3FA9F5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Panels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