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-speakers-in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AES 2026  ·  SPEAKERS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3716000"/>
            <a:ext cx="3429000" cy="6096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3849350"/>
            <a:ext cx="304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KEYNOTE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4325600"/>
            <a:ext cx="9144000" cy="161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573250"/>
            <a:ext cx="85725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950" b="1">
                <a:solidFill>
                  <a:srgbClr val="0C0C0E"/>
                </a:solidFill>
                <a:latin typeface="Montserrat"/>
              </a:rPr>
              <a:t>Add the talk title</a:t>
            </a:r>
            <a:r>
              <a:rPr sz="4950" b="1">
                <a:solidFill>
                  <a:srgbClr val="E3A53B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AES 2026  ·  SPEAKERS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2668250"/>
            <a:ext cx="9144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50" y="13144500"/>
            <a:ext cx="819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400">
                <a:solidFill>
                  <a:srgbClr val="E3A53B"/>
                </a:solidFill>
                <a:latin typeface="Montserrat"/>
              </a:rPr>
              <a:t>FEATURED SPEAKER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13668375"/>
            <a:ext cx="81915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0C0C0E"/>
                </a:solidFill>
                <a:latin typeface="Montserrat"/>
              </a:rPr>
              <a:t>Dr. Speaker Name</a:t>
            </a:r>
            <a:r>
              <a:rPr sz="6000" b="1">
                <a:solidFill>
                  <a:srgbClr val="E3A53B"/>
                </a:solidFill>
                <a:latin typeface="Montserra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15525750"/>
            <a:ext cx="819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5C5C62"/>
                </a:solidFill>
                <a:latin typeface="Montserrat"/>
              </a:rPr>
              <a:t>President &amp; CEO, 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10477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0C0C0E"/>
                </a:solidFill>
                <a:latin typeface="Montserrat"/>
              </a:rPr>
              <a:t>AES 2026  ·  SPEAKERS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809750"/>
            <a:ext cx="8953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900" b="1">
                <a:solidFill>
                  <a:srgbClr val="0C0C0E"/>
                </a:solidFill>
                <a:latin typeface="Montserrat"/>
              </a:rPr>
              <a:t>Add a quote from the speaker</a:t>
            </a:r>
            <a:r>
              <a:rPr sz="6900" b="1">
                <a:solidFill>
                  <a:srgbClr val="E3A53B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AES 2026  ·  SPEAKERS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-speakers-ou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AES 2026 – Speakers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