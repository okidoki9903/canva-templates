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625" b="1">
                <a:solidFill>
                  <a:srgbClr val="E3A53B"/>
                </a:solidFill>
                <a:latin typeface="Montserrat"/>
              </a:rPr>
              <a:t>FEATURED</a:t>
            </a:r>
          </a:p>
          <a:p>
            <a:pPr algn="l">
              <a:lnSpc>
                <a:spcPct val="95000"/>
              </a:lnSpc>
            </a:pPr>
            <a:r>
              <a:rPr sz="11625" b="1">
                <a:solidFill>
                  <a:srgbClr val="E3A53B"/>
                </a:solidFill>
                <a:latin typeface="Montserrat"/>
              </a:rPr>
              <a:t>SPEAKER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Dr. Speaker Name  ·  Title, Organization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KEYNOTE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Speaker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Title, Organization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Dr. Speaker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President &amp; CEO, Organization, Country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powerful quote from the speaker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SPEAKER NAME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8953500" cy="409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SHE'LL BE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THERE.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WILL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05231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Edit this line for each speaker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Speakers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