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5-speakers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648C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164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SPEAKERS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KEYNOTE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Add the talk title</a:t>
            </a:r>
            <a:r>
              <a:rPr sz="4950" b="1">
                <a:solidFill>
                  <a:srgbClr val="1648C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648C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164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SPEAKERS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1648C4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Dr. Speaker Name</a:t>
            </a:r>
            <a:r>
              <a:rPr sz="6000" b="1">
                <a:solidFill>
                  <a:srgbClr val="1648C4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President &amp; CEO, Organization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648C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FOA 2026  ·  SPEAKERS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Add a quote from the speaker</a:t>
            </a:r>
            <a:r>
              <a:rPr sz="6900" b="1">
                <a:solidFill>
                  <a:srgbClr val="1648C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648C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164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SPEAKERS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5-speakers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FOA 2026 – Speakers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