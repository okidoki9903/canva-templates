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-graduations-in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7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GRADUATION · BEST /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716000"/>
            <a:ext cx="3429000" cy="6096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4935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CLASS OF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4325600"/>
            <a:ext cx="914400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573250"/>
            <a:ext cx="85725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950" b="1">
                <a:solidFill>
                  <a:srgbClr val="0C0C0E"/>
                </a:solidFill>
                <a:latin typeface="Montserrat"/>
              </a:rPr>
              <a:t>Congrats, graduates</a:t>
            </a:r>
            <a:r>
              <a:rPr sz="4950" b="1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7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GRADUATION · BEST /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2668250"/>
            <a:ext cx="9144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13144500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F7BA00"/>
                </a:solidFill>
                <a:latin typeface="Montserrat"/>
              </a:rPr>
              <a:t>BEST GRADUATE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13668375"/>
            <a:ext cx="81915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0C0C0E"/>
                </a:solidFill>
                <a:latin typeface="Montserrat"/>
              </a:rPr>
              <a:t>Graduate Name</a:t>
            </a:r>
            <a:r>
              <a:rPr sz="6000" b="1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15525750"/>
            <a:ext cx="819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5C5C62"/>
                </a:solidFill>
                <a:latin typeface="Montserrat"/>
              </a:rPr>
              <a:t>Program: BEST / STEP · Cohort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10477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0C0C0E"/>
                </a:solidFill>
                <a:latin typeface="Montserrat"/>
              </a:rPr>
              <a:t>FOA 2026  ·  GRADUATION · BEST /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809750"/>
            <a:ext cx="8953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900" b="1">
                <a:solidFill>
                  <a:srgbClr val="0C0C0E"/>
                </a:solidFill>
                <a:latin typeface="Montserrat"/>
              </a:rPr>
              <a:t>From learning to leading</a:t>
            </a:r>
            <a:r>
              <a:rPr sz="6900" b="1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7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GRADUATION · BEST /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-graduations-ou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FOA 2026 – Graduations BEST / STEP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