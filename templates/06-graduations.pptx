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6-graduation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7BA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7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GRADUATION · BEST /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CLASS OF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Congrats, graduates</a:t>
            </a:r>
            <a:r>
              <a:rPr sz="4950" b="1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7BA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7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GRADUATION · BEST /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7BA00"/>
                </a:solidFill>
                <a:latin typeface="Montserrat"/>
              </a:rPr>
              <a:t>BEST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Graduate Name</a:t>
            </a:r>
            <a:r>
              <a:rPr sz="6000" b="1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Program: BEST / STEP · Cohort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7BA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GRADUATION · BEST /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From learning to leading</a:t>
            </a:r>
            <a:r>
              <a:rPr sz="6900" b="1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7BA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7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GRADUATION · BEST / STEP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6-graduation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Graduations BEST / STEP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