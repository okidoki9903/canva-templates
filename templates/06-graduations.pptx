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CLASS OF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Congrats, graduates</a:t>
            </a:r>
            <a:r>
              <a:rPr sz="495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7B3FE4"/>
                </a:solidFill>
                <a:latin typeface="Montserrat"/>
              </a:rPr>
              <a:t>BEST GRADUATE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Graduate Name</a:t>
            </a:r>
            <a:r>
              <a:rPr sz="600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Program: BEST / STEP · Cohort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FOA 2026  ·  GRADUATION · BEST /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From learning to leading</a:t>
            </a:r>
            <a:r>
              <a:rPr sz="6900" b="1">
                <a:solidFill>
                  <a:srgbClr val="7B3FE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7B3F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7B3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FOA 2026  ·  GRADUATION · BEST / STEP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6-graduations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FOA 2026 – Graduations BEST / STEP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