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1-welcom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2-registr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3-waiting-for-you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4-panel-start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5-visit-market-plac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6-job-fair-ope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7-starting-so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ory-08-see-you-tomorrow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